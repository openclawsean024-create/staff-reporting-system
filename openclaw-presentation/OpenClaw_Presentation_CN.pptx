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OpenClaw 全面介紹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B949E"/>
                </a:solidFill>
              </a:defRPr>
            </a:pPr>
            <a:r>
              <a:t>AI 個人助理的全新可能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什麼是 OpenClaw？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核心理念：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開源 AI 個人助理框架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支援多平台、多訊息源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本地部署，隱私優先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高度可擴充的技能系統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核心能力：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跨平台訊息整合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AI 對話與任務執行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自動化工作流程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Skills Marketplace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六大核心功能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1. 多平台訊息：Telegram, Discord, WhatsApp, Signal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2. AI 對話：多模型支援、上下文理解、自訂提示詞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3. 自動化：Cron 排程、心跳檢查、工作流程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4. 技能系統：Skills Marketplace、自由擴充、社區分享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5. 隱私安全：本地部署、端對端加密、自托管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6. 開發工具：API、Webhook、CLI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應用層：Web / CLI / Telegram / Discord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技能層：50+ Skills / MCP Servers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核心層：Gateway / Agent / Memory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平台層：Telegram / Discord / Slack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Gateway：訊息路由、認證授權、平台連接管理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Agent：AI 模型調用、對話邏輯、工具調度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跨平台支援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支援平台：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Telegram, Discord, WhatsApp, Signal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iMessage, Slack, Email, Web Chat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統一入口：透過任何平台都能與你的 AI 助理互動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Skills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現有技能分類：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圖片生成：OpenAI, Google, MiniMax, DashScope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影片生成：Veo, Seedance, Wan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搜尋與研究：Web Search, Deep Research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生產力：Email, Calendar, Tasks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開發工具：GitHub, Docker, Vercel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安裝簡單：clawhub install &lt;skill&gt;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多模型支援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支援的 AI 模型提供商：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OpenAI: GPT-4, GPT-4o, o1, o3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Google: Gemini 1.5/2.0, Veo, Imagen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Anthropic: Claude 3.5/3.7, Sonnet, Opus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MiniMax: M2, M2.1, M3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阿里雲：通義千問, 萬象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靈活切換：根據任務需求，自動或手動切換最適合的 AI 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應用場景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個人助理：郵件管理、日曆安排、任務提醒、待辦事項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創意工具：AI 繪圖、影片生成、簡報製作、內容創作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開發者：程式碼管理、部署上線、API 整合、自動化測試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研究與分析：網路搜尋、資料分析、報告生成、趨勢追蹤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監控與警報：系統監控、安全警報、定時任務、異常通知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快速開始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安裝步驟：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1. npm install -g openclaw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2. openclaw init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3. 設定 Token 連接平台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4. openclaw start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系統需求：Node.js 18+, 4GB+ RAM, 支援 Docker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部署選項：本地部署、Docker Compose、雲端 VPS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社群與生態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資源與支援：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官方文檔：docs.openclaw.ai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Discord 社群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GitHub Issues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ClawHub 技能市場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參與貢獻：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提交技能到 ClawHub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回報問題與功能請求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翻譯與文檔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未來規劃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短期目標 (0-3個月)：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完善技能市場生態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增加更多 AI 模型支援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改進 MCP 整合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中期目標 (3-6個月)：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多語言支援優化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行動應用程式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進階自動化工作流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長期願景 (6-12個月)：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完全自主的 AI 代理系統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跨裝置無縫同步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認識 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結語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「OpenClaw — 讓 AI 助理真正成為你的數位延伸，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跨越所有平台，服務於你的日常生活與工作效率。」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— OpenClaw 團隊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立即開始：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GitHub: github.com/openclaw/openclaw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Discord: discord.com/invite/clawd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文檔: docs.openclaw.ai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